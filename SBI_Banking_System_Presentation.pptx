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SBI Banking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Console Application Project</a:t>
            </a:r>
          </a:p>
          <a:p>
            <a:r>
              <a:t>By Mudassir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console-based banking system implementing OOP concepts, secure transactions, and persistent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Account Creation</a:t>
            </a:r>
          </a:p>
          <a:p>
            <a:r>
              <a:t>• Deposit &amp; Withdrawal</a:t>
            </a:r>
          </a:p>
          <a:p>
            <a:r>
              <a:t>• ATM Services</a:t>
            </a:r>
          </a:p>
          <a:p>
            <a:r>
              <a:t>• Fund Transfer</a:t>
            </a:r>
          </a:p>
          <a:p>
            <a:r>
              <a:t>• Cheque Deposit &amp; Withdrawal</a:t>
            </a:r>
          </a:p>
          <a:p>
            <a:r>
              <a:t>• Password &amp; PIN Management</a:t>
            </a:r>
          </a:p>
          <a:p>
            <a:r>
              <a:t>• Admin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</a:t>
            </a:r>
          </a:p>
          <a:p>
            <a:r>
              <a:t>• OOP Principles</a:t>
            </a:r>
          </a:p>
          <a:p>
            <a:r>
              <a:t>• Collections (HashMap)</a:t>
            </a:r>
          </a:p>
          <a:p>
            <a:r>
              <a:t>• Serialization</a:t>
            </a:r>
          </a:p>
          <a:p>
            <a:r>
              <a:t>• File Handling</a:t>
            </a:r>
          </a:p>
          <a:p>
            <a:r>
              <a:t>• 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/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Login (Admin/Customer)</a:t>
            </a:r>
          </a:p>
          <a:p>
            <a:r>
              <a:t>• Customer Operations</a:t>
            </a:r>
          </a:p>
          <a:p>
            <a:r>
              <a:t>• OTP + PIN Verification</a:t>
            </a:r>
          </a:p>
          <a:p>
            <a:r>
              <a:t>• Data Saved via Serialization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your console screenshots after downloading the PPT.</a:t>
            </a:r>
          </a:p>
          <a:p>
            <a:r>
              <a:t>(Insert using: Insert &gt; Pictures)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javac SBIBanking.java</a:t>
            </a:r>
          </a:p>
          <a:p>
            <a:r>
              <a:t>2. java SBIBanking</a:t>
            </a:r>
          </a:p>
          <a:p>
            <a:r>
              <a:t>Follow the menu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banking system demonstrating authentication, transactions, and persistence using Java.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